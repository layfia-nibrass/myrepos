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9" d="100"/>
          <a:sy n="69" d="100"/>
        </p:scale>
        <p:origin x="56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fr-FR"/>
          </a:p>
        </p:txBody>
      </p:sp>
      <p:sp>
        <p:nvSpPr>
          <p:cNvPr id="4" name="Espace réservé de la date 3"/>
          <p:cNvSpPr>
            <a:spLocks noGrp="1"/>
          </p:cNvSpPr>
          <p:nvPr>
            <p:ph type="dt" sz="half" idx="10"/>
          </p:nvPr>
        </p:nvSpPr>
        <p:spPr/>
        <p:txBody>
          <a:bodyPr/>
          <a:lstStyle/>
          <a:p>
            <a:fld id="{C8EBCB09-CA70-4C9A-BBCF-470B88D609A4}" type="datetimeFigureOut">
              <a:rPr lang="fr-FR" smtClean="0"/>
              <a:t>23/11/2025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D35920F-A6DA-4490-BD4C-9754CAFD5BD1}" type="slidenum">
              <a:rPr lang="fr-FR" smtClean="0"/>
              <a:t>‹N°›</a:t>
            </a:fld>
            <a:endParaRPr lang="fr-FR"/>
          </a:p>
        </p:txBody>
      </p:sp>
    </p:spTree>
    <p:extLst>
      <p:ext uri="{BB962C8B-B14F-4D97-AF65-F5344CB8AC3E}">
        <p14:creationId xmlns:p14="http://schemas.microsoft.com/office/powerpoint/2010/main" val="10452489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C8EBCB09-CA70-4C9A-BBCF-470B88D609A4}" type="datetimeFigureOut">
              <a:rPr lang="fr-FR" smtClean="0"/>
              <a:t>23/11/2025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D35920F-A6DA-4490-BD4C-9754CAFD5BD1}" type="slidenum">
              <a:rPr lang="fr-FR" smtClean="0"/>
              <a:t>‹N°›</a:t>
            </a:fld>
            <a:endParaRPr lang="fr-FR"/>
          </a:p>
        </p:txBody>
      </p:sp>
    </p:spTree>
    <p:extLst>
      <p:ext uri="{BB962C8B-B14F-4D97-AF65-F5344CB8AC3E}">
        <p14:creationId xmlns:p14="http://schemas.microsoft.com/office/powerpoint/2010/main" val="1187426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4" name="Espace réservé de la date 3"/>
          <p:cNvSpPr>
            <a:spLocks noGrp="1"/>
          </p:cNvSpPr>
          <p:nvPr>
            <p:ph type="dt" sz="half" idx="10"/>
          </p:nvPr>
        </p:nvSpPr>
        <p:spPr/>
        <p:txBody>
          <a:bodyPr/>
          <a:lstStyle/>
          <a:p>
            <a:fld id="{C8EBCB09-CA70-4C9A-BBCF-470B88D609A4}" type="datetimeFigureOut">
              <a:rPr lang="fr-FR" smtClean="0"/>
              <a:t>23/11/2025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D35920F-A6DA-4490-BD4C-9754CAFD5BD1}" type="slidenum">
              <a:rPr lang="fr-FR" smtClean="0"/>
              <a:t>‹N°›</a:t>
            </a:fld>
            <a:endParaRPr lang="fr-FR"/>
          </a:p>
        </p:txBody>
      </p:sp>
    </p:spTree>
    <p:extLst>
      <p:ext uri="{BB962C8B-B14F-4D97-AF65-F5344CB8AC3E}">
        <p14:creationId xmlns:p14="http://schemas.microsoft.com/office/powerpoint/2010/main" val="16437791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C8EBCB09-CA70-4C9A-BBCF-470B88D609A4}" type="datetimeFigureOut">
              <a:rPr lang="fr-FR" smtClean="0"/>
              <a:t>23/11/2025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D35920F-A6DA-4490-BD4C-9754CAFD5BD1}" type="slidenum">
              <a:rPr lang="fr-FR" smtClean="0"/>
              <a:t>‹N°›</a:t>
            </a:fld>
            <a:endParaRPr lang="fr-FR"/>
          </a:p>
        </p:txBody>
      </p:sp>
    </p:spTree>
    <p:extLst>
      <p:ext uri="{BB962C8B-B14F-4D97-AF65-F5344CB8AC3E}">
        <p14:creationId xmlns:p14="http://schemas.microsoft.com/office/powerpoint/2010/main" val="1615350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C8EBCB09-CA70-4C9A-BBCF-470B88D609A4}" type="datetimeFigureOut">
              <a:rPr lang="fr-FR" smtClean="0"/>
              <a:t>23/11/2025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8D35920F-A6DA-4490-BD4C-9754CAFD5BD1}" type="slidenum">
              <a:rPr lang="fr-FR" smtClean="0"/>
              <a:t>‹N°›</a:t>
            </a:fld>
            <a:endParaRPr lang="fr-FR"/>
          </a:p>
        </p:txBody>
      </p:sp>
    </p:spTree>
    <p:extLst>
      <p:ext uri="{BB962C8B-B14F-4D97-AF65-F5344CB8AC3E}">
        <p14:creationId xmlns:p14="http://schemas.microsoft.com/office/powerpoint/2010/main" val="39590546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C8EBCB09-CA70-4C9A-BBCF-470B88D609A4}" type="datetimeFigureOut">
              <a:rPr lang="fr-FR" smtClean="0"/>
              <a:t>23/11/2025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8D35920F-A6DA-4490-BD4C-9754CAFD5BD1}" type="slidenum">
              <a:rPr lang="fr-FR" smtClean="0"/>
              <a:t>‹N°›</a:t>
            </a:fld>
            <a:endParaRPr lang="fr-FR"/>
          </a:p>
        </p:txBody>
      </p:sp>
    </p:spTree>
    <p:extLst>
      <p:ext uri="{BB962C8B-B14F-4D97-AF65-F5344CB8AC3E}">
        <p14:creationId xmlns:p14="http://schemas.microsoft.com/office/powerpoint/2010/main" val="4047910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8EBCB09-CA70-4C9A-BBCF-470B88D609A4}" type="datetimeFigureOut">
              <a:rPr lang="fr-FR" smtClean="0"/>
              <a:t>23/11/2025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8D35920F-A6DA-4490-BD4C-9754CAFD5BD1}" type="slidenum">
              <a:rPr lang="fr-FR" smtClean="0"/>
              <a:t>‹N°›</a:t>
            </a:fld>
            <a:endParaRPr lang="fr-FR"/>
          </a:p>
        </p:txBody>
      </p:sp>
    </p:spTree>
    <p:extLst>
      <p:ext uri="{BB962C8B-B14F-4D97-AF65-F5344CB8AC3E}">
        <p14:creationId xmlns:p14="http://schemas.microsoft.com/office/powerpoint/2010/main" val="26316179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C8EBCB09-CA70-4C9A-BBCF-470B88D609A4}" type="datetimeFigureOut">
              <a:rPr lang="fr-FR" smtClean="0"/>
              <a:t>23/11/2025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D35920F-A6DA-4490-BD4C-9754CAFD5BD1}" type="slidenum">
              <a:rPr lang="fr-FR" smtClean="0"/>
              <a:t>‹N°›</a:t>
            </a:fld>
            <a:endParaRPr lang="fr-FR"/>
          </a:p>
        </p:txBody>
      </p:sp>
    </p:spTree>
    <p:extLst>
      <p:ext uri="{BB962C8B-B14F-4D97-AF65-F5344CB8AC3E}">
        <p14:creationId xmlns:p14="http://schemas.microsoft.com/office/powerpoint/2010/main" val="2210186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C8EBCB09-CA70-4C9A-BBCF-470B88D609A4}" type="datetimeFigureOut">
              <a:rPr lang="fr-FR" smtClean="0"/>
              <a:t>23/11/2025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D35920F-A6DA-4490-BD4C-9754CAFD5BD1}" type="slidenum">
              <a:rPr lang="fr-FR" smtClean="0"/>
              <a:t>‹N°›</a:t>
            </a:fld>
            <a:endParaRPr lang="fr-FR"/>
          </a:p>
        </p:txBody>
      </p:sp>
    </p:spTree>
    <p:extLst>
      <p:ext uri="{BB962C8B-B14F-4D97-AF65-F5344CB8AC3E}">
        <p14:creationId xmlns:p14="http://schemas.microsoft.com/office/powerpoint/2010/main" val="2695478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C8EBCB09-CA70-4C9A-BBCF-470B88D609A4}" type="datetimeFigureOut">
              <a:rPr lang="fr-FR" smtClean="0"/>
              <a:t>23/11/2025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D35920F-A6DA-4490-BD4C-9754CAFD5BD1}" type="slidenum">
              <a:rPr lang="fr-FR" smtClean="0"/>
              <a:t>‹N°›</a:t>
            </a:fld>
            <a:endParaRPr lang="fr-FR"/>
          </a:p>
        </p:txBody>
      </p:sp>
    </p:spTree>
    <p:extLst>
      <p:ext uri="{BB962C8B-B14F-4D97-AF65-F5344CB8AC3E}">
        <p14:creationId xmlns:p14="http://schemas.microsoft.com/office/powerpoint/2010/main" val="2621403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C8EBCB09-CA70-4C9A-BBCF-470B88D609A4}" type="datetimeFigureOut">
              <a:rPr lang="fr-FR" smtClean="0"/>
              <a:t>23/11/2025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D35920F-A6DA-4490-BD4C-9754CAFD5BD1}" type="slidenum">
              <a:rPr lang="fr-FR" smtClean="0"/>
              <a:t>‹N°›</a:t>
            </a:fld>
            <a:endParaRPr lang="fr-FR"/>
          </a:p>
        </p:txBody>
      </p:sp>
    </p:spTree>
    <p:extLst>
      <p:ext uri="{BB962C8B-B14F-4D97-AF65-F5344CB8AC3E}">
        <p14:creationId xmlns:p14="http://schemas.microsoft.com/office/powerpoint/2010/main" val="32603295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EBCB09-CA70-4C9A-BBCF-470B88D609A4}" type="datetimeFigureOut">
              <a:rPr lang="fr-FR" smtClean="0"/>
              <a:t>23/11/2025</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35920F-A6DA-4490-BD4C-9754CAFD5BD1}" type="slidenum">
              <a:rPr lang="fr-FR" smtClean="0"/>
              <a:t>‹N°›</a:t>
            </a:fld>
            <a:endParaRPr lang="fr-FR"/>
          </a:p>
        </p:txBody>
      </p:sp>
    </p:spTree>
    <p:extLst>
      <p:ext uri="{BB962C8B-B14F-4D97-AF65-F5344CB8AC3E}">
        <p14:creationId xmlns:p14="http://schemas.microsoft.com/office/powerpoint/2010/main" val="384238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spTree>
    <p:extLst>
      <p:ext uri="{BB962C8B-B14F-4D97-AF65-F5344CB8AC3E}">
        <p14:creationId xmlns:p14="http://schemas.microsoft.com/office/powerpoint/2010/main" val="320982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Tree>
    <p:extLst>
      <p:ext uri="{BB962C8B-B14F-4D97-AF65-F5344CB8AC3E}">
        <p14:creationId xmlns:p14="http://schemas.microsoft.com/office/powerpoint/2010/main" val="15007653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a:xfrm>
            <a:off x="677334" y="609600"/>
            <a:ext cx="8596668" cy="723900"/>
          </a:xfrm>
        </p:spPr>
        <p:txBody>
          <a:bodyPr/>
          <a:lstStyle/>
          <a:p>
            <a:r>
              <a:rPr lang="fr-FR" dirty="0" smtClean="0">
                <a:solidFill>
                  <a:srgbClr val="FF9900"/>
                </a:solidFill>
              </a:rPr>
              <a:t>Conclusion :</a:t>
            </a:r>
            <a:endParaRPr lang="fr-FR" dirty="0">
              <a:solidFill>
                <a:srgbClr val="FF9900"/>
              </a:solidFill>
            </a:endParaRPr>
          </a:p>
        </p:txBody>
      </p:sp>
      <p:sp>
        <p:nvSpPr>
          <p:cNvPr id="6" name="Espace réservé du contenu 5"/>
          <p:cNvSpPr>
            <a:spLocks noGrp="1"/>
          </p:cNvSpPr>
          <p:nvPr>
            <p:ph idx="1"/>
          </p:nvPr>
        </p:nvSpPr>
        <p:spPr>
          <a:xfrm>
            <a:off x="677334" y="1343026"/>
            <a:ext cx="8168283" cy="4707862"/>
          </a:xfrm>
        </p:spPr>
        <p:txBody>
          <a:bodyPr>
            <a:noAutofit/>
          </a:bodyPr>
          <a:lstStyle/>
          <a:p>
            <a:pPr marL="0" indent="0">
              <a:buNone/>
            </a:pPr>
            <a:r>
              <a:rPr lang="fr-FR" sz="2800" dirty="0" smtClean="0"/>
              <a:t>Vitamin D plays a crucial role in maintaining our bodies strong and healthy , also in suppoting our immune system . This vitamin is very easy to be found in food or many other sources however its deficiecy can lead to many serious health  problems specially if you do not treat it correctly and quikly .that’s why it is very important to consulte often a doctor to make sure that our health is in a good condition . </a:t>
            </a:r>
          </a:p>
        </p:txBody>
      </p:sp>
      <p:sp>
        <p:nvSpPr>
          <p:cNvPr id="7" name="ZoneTexte 6"/>
          <p:cNvSpPr txBox="1"/>
          <p:nvPr/>
        </p:nvSpPr>
        <p:spPr>
          <a:xfrm>
            <a:off x="6096000" y="2266950"/>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21618461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81</Words>
  <Application>Microsoft Office PowerPoint</Application>
  <PresentationFormat>Grand écran</PresentationFormat>
  <Paragraphs>2</Paragraphs>
  <Slides>3</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vt:i4>
      </vt:variant>
    </vt:vector>
  </HeadingPairs>
  <TitlesOfParts>
    <vt:vector size="7" baseType="lpstr">
      <vt:lpstr>Arial</vt:lpstr>
      <vt:lpstr>Calibri</vt:lpstr>
      <vt:lpstr>Calibri Light</vt:lpstr>
      <vt:lpstr>Thème Office</vt:lpstr>
      <vt:lpstr>Présentation PowerPoint</vt:lpstr>
      <vt:lpstr>Présentation PowerPoint</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dell</dc:creator>
  <cp:lastModifiedBy>dell</cp:lastModifiedBy>
  <cp:revision>2</cp:revision>
  <dcterms:created xsi:type="dcterms:W3CDTF">2025-11-23T20:31:07Z</dcterms:created>
  <dcterms:modified xsi:type="dcterms:W3CDTF">2025-11-23T20:52:15Z</dcterms:modified>
</cp:coreProperties>
</file>